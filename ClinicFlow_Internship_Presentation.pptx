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2" r:id="rId6"/>
    <p:sldId id="263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ari, Aman (Contractor)" userId="cfc0bb31-e0d0-4d99-8a4f-03b82b973008" providerId="ADAL" clId="{F5A1252E-5C31-4E9C-B70F-0CA87846DD26}"/>
    <pc:docChg chg="modSld">
      <pc:chgData name="Ansari, Aman (Contractor)" userId="cfc0bb31-e0d0-4d99-8a4f-03b82b973008" providerId="ADAL" clId="{F5A1252E-5C31-4E9C-B70F-0CA87846DD26}" dt="2026-06-12T14:07:30.950" v="0" actId="1036"/>
      <pc:docMkLst>
        <pc:docMk/>
      </pc:docMkLst>
      <pc:sldChg chg="modSp mod">
        <pc:chgData name="Ansari, Aman (Contractor)" userId="cfc0bb31-e0d0-4d99-8a4f-03b82b973008" providerId="ADAL" clId="{F5A1252E-5C31-4E9C-B70F-0CA87846DD26}" dt="2026-06-12T14:07:30.950" v="0" actId="1036"/>
        <pc:sldMkLst>
          <pc:docMk/>
          <pc:sldMk cId="0" sldId="260"/>
        </pc:sldMkLst>
        <pc:spChg chg="mod">
          <ac:chgData name="Ansari, Aman (Contractor)" userId="cfc0bb31-e0d0-4d99-8a4f-03b82b973008" providerId="ADAL" clId="{F5A1252E-5C31-4E9C-B70F-0CA87846DD26}" dt="2026-06-12T14:07:30.950" v="0" actId="1036"/>
          <ac:spMkLst>
            <pc:docMk/>
            <pc:sldMk cId="0" sldId="260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526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0" y="365760"/>
            <a:ext cx="1645920" cy="1645920"/>
          </a:xfrm>
          <a:prstGeom prst="ellipse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0" y="2743200"/>
            <a:ext cx="1097280" cy="10972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00B4D8"/>
                </a:solidFill>
              </a:rPr>
              <a:t>INDUSTRY INTERNSHIP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</a:rPr>
              <a:t>Presentation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Name: </a:t>
            </a:r>
            <a:r>
              <a:rPr lang="en-US" sz="1300" b="1" dirty="0">
                <a:solidFill>
                  <a:srgbClr val="FFFFFF"/>
                </a:solidFill>
              </a:rPr>
              <a:t>Aman Ansari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Admission No: </a:t>
            </a:r>
            <a:r>
              <a:rPr lang="en-US" sz="1300" dirty="0">
                <a:solidFill>
                  <a:srgbClr val="FFFFFF"/>
                </a:solidFill>
              </a:rPr>
              <a:t>22SCSE1011471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16382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Company: </a:t>
            </a:r>
            <a:r>
              <a:rPr lang="en-US" sz="1300" dirty="0">
                <a:solidFill>
                  <a:srgbClr val="FFFFFF"/>
                </a:solidFill>
              </a:rPr>
              <a:t>Cognizant Technology Solutions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60273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Duration: </a:t>
            </a:r>
            <a:r>
              <a:rPr lang="en-US" sz="1300" dirty="0">
                <a:solidFill>
                  <a:srgbClr val="FFFFFF"/>
                </a:solidFill>
              </a:rPr>
              <a:t>3.5 months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04164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Domain: </a:t>
            </a:r>
            <a:r>
              <a:rPr lang="en-US" sz="1300" dirty="0">
                <a:solidFill>
                  <a:srgbClr val="FFFFFF"/>
                </a:solidFill>
              </a:rPr>
              <a:t>Dot Net Full Stack with React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48056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Submitted To: </a:t>
            </a:r>
            <a:r>
              <a:rPr lang="en-US" sz="1300" b="1" dirty="0">
                <a:solidFill>
                  <a:srgbClr val="FFFFFF"/>
                </a:solidFill>
              </a:rPr>
              <a:t>Sunil Kumar Assistant Professor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TECHNICAL SKILLS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554480"/>
          </a:xfrm>
          <a:prstGeom prst="rect">
            <a:avLst/>
          </a:prstGeom>
          <a:solidFill>
            <a:srgbClr val="E8F4FD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9144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307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React.js  ·  JavaScript  ·  HTML  ·  CSS  ·  Bootstrap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14800" cy="1554480"/>
          </a:xfrm>
          <a:prstGeom prst="rect">
            <a:avLst/>
          </a:prstGeom>
          <a:solidFill>
            <a:srgbClr val="EDF7F0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91440" cy="1554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0" y="1307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ASP.NET Core  ·  Web API  ·  C#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1554480"/>
          </a:xfrm>
          <a:prstGeom prst="rect">
            <a:avLst/>
          </a:prstGeom>
          <a:solidFill>
            <a:srgbClr val="FFF8E1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91440" cy="15544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136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SQL Server  ·  Entity Framework 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14800" cy="1554480"/>
          </a:xfrm>
          <a:prstGeom prst="rect">
            <a:avLst/>
          </a:prstGeom>
          <a:solidFill>
            <a:srgbClr val="FBE9E7"/>
          </a:solidFill>
          <a:ln w="25400">
            <a:solidFill>
              <a:srgbClr val="FF70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91440" cy="155448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0" y="3136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Tools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Git  ·  GitHub  ·  Postman  ·  Visual Studio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PROJECT — ClinicFlow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77B6"/>
                </a:solidFill>
              </a:rPr>
              <a:t>Outpatient Scheduling &amp; Resource Optimization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591056"/>
            <a:ext cx="182880" cy="1828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Deterministic outpatient management platform for scheduling, resource allocation &amp; billing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48256"/>
            <a:ext cx="841248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182880" cy="1828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20665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Centralizes patient intake, appointment booking, clinician calendars &amp; encounter documentation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33472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182880" cy="1828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Append-only audit logs ensuring HIPAA/GDPR compliance throughout the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841248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2920" y="3346704"/>
            <a:ext cx="182880" cy="1828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323697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Role-based portals for Patients, Clinicians, Schedulers, Billing Officers &amp; Admins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03904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02920" y="3931920"/>
            <a:ext cx="182880" cy="1828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2960" y="38221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Deterministic scheduling rules (availability, capacity, priority) — no AI optimization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4517136"/>
            <a:ext cx="182880" cy="1828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2960" y="440740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Modular architecture: 8 independent feature modules with REST API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MY CONTRIBUTION TO THE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77B6"/>
                </a:solidFill>
              </a:rPr>
              <a:t>Identity &amp; Access Management Module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2834640" cy="3474720"/>
          </a:xfrm>
          <a:prstGeom prst="rect">
            <a:avLst/>
          </a:prstGeom>
          <a:solidFill>
            <a:srgbClr val="E8F4FD"/>
          </a:solidFill>
          <a:ln w="254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83464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Authentication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Implemented secure JWT (JSON Web Token) login &amp; logout flow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Built /auth/login, /auth/refresh, /auth/logout REST endpoints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Access token (15 min) stored in memory; refresh token (7 days) in httpOnly cookie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Configured Axios interceptors for auto token refresh on 401 responses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1377538"/>
            <a:ext cx="2834640" cy="3474720"/>
          </a:xfrm>
          <a:prstGeom prst="rect">
            <a:avLst/>
          </a:prstGeom>
          <a:solidFill>
            <a:srgbClr val="EDF7F0"/>
          </a:solidFill>
          <a:ln w="254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72968" y="1371600"/>
            <a:ext cx="283464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64408" y="13898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MFA (Multi-Factor Auth)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920240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Integrated TOTP-based MFA using ASP.NET Core Identity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Enforced MFA for Admin and Auditor roles as per HIPAA requirements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Designed MFA enrollment and verification flow in the React frontend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Ensured secure QR code generation and TOTP seed storage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17336" y="1371600"/>
            <a:ext cx="2834640" cy="347472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17336" y="1371600"/>
            <a:ext cx="283464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08776" y="13898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RBAC (Role-Based Access Control)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1920240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Defined 6 roles: Patient, Clinician, Scheduler, Billing, Admin, Auditor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Decorated all API endpoints with [Authorize(Roles=...)] attributes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Built ProtectedRoute HOC in React for role-based frontend navigation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Implemented usePermission hook for granular UI component access control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LEARNING &amp; 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Learnings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13232" y="16276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Hands-on full stack .NET + React development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93976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13232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JWT security: token lifecycle, refresh flow &amp; secure storage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23744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13232" y="24871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MFA implementation using ASP.NET Core Identity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53512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13232" y="29169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RBAC design patterns and role-based API authorization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3232" y="33467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Clean Architecture: separation of concerns across layers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13048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3232" y="37764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EF Core code-first migrations &amp; SQL Server optimization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242816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13232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API design with Swagger/OpenAPI documentation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1051560"/>
            <a:ext cx="402336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92040" y="10789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1664208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102352" y="162763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Microservices: split Identity into standalone auth service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157984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02352" y="212140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Deploy on Azure with App Service + Azure SQL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651760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02352" y="261518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OAuth 2.0 / OpenID Connect for external SSO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145536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102352" y="310896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HL7/FHIR integration for EHR interoperability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639312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102352" y="360273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Real-time notifications via SignalR WebSockets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4133088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102352" y="409651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SMS/email reminders via Twilio &amp; SMTP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943600" y="274320"/>
            <a:ext cx="2286000" cy="22860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0" y="3200400"/>
            <a:ext cx="1371600" cy="1371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</a:rPr>
              <a:t>Thank You!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2743200" y="2651760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8016" y="47320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E0EF"/>
                </a:solidFill>
              </a:rPr>
              <a:t>Cognizant Technology Solutions Corporation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443</Words>
  <Application>Microsoft Office PowerPoint</Application>
  <PresentationFormat>On-screen Show (16:9)</PresentationFormat>
  <Paragraphs>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Internship Presentation - ClinicFlow</dc:title>
  <dc:subject>PptxGenJS Presentation</dc:subject>
  <dc:creator>PptxGenJS</dc:creator>
  <cp:lastModifiedBy>Ansari, Aman (Contractor)</cp:lastModifiedBy>
  <cp:revision>3</cp:revision>
  <dcterms:created xsi:type="dcterms:W3CDTF">2026-05-05T17:20:18Z</dcterms:created>
  <dcterms:modified xsi:type="dcterms:W3CDTF">2026-06-12T14:07:40Z</dcterms:modified>
</cp:coreProperties>
</file>